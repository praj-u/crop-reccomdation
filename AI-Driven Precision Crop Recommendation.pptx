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92" r:id="rId7"/>
    <p:sldId id="279" r:id="rId8"/>
    <p:sldId id="291" r:id="rId9"/>
    <p:sldId id="262" r:id="rId10"/>
    <p:sldId id="290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CA825-E8A5-4C5B-81B5-EC87C7956893}" v="16" dt="2026-07-06T13:40:43.194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akta Bramhane" userId="58bad2f825b9eca3" providerId="LiveId" clId="{C3F0F56F-5A1F-4257-B7F4-8854B2A947BE}"/>
    <pc:docChg chg="undo redo custSel addSld modSld sldOrd">
      <pc:chgData name="Prajakta Bramhane" userId="58bad2f825b9eca3" providerId="LiveId" clId="{C3F0F56F-5A1F-4257-B7F4-8854B2A947BE}" dt="2026-07-06T13:38:11.409" v="1120" actId="478"/>
      <pc:docMkLst>
        <pc:docMk/>
      </pc:docMkLst>
      <pc:sldChg chg="addSp delSp modSp mod">
        <pc:chgData name="Prajakta Bramhane" userId="58bad2f825b9eca3" providerId="LiveId" clId="{C3F0F56F-5A1F-4257-B7F4-8854B2A947BE}" dt="2026-07-06T12:36:00.541" v="939"/>
        <pc:sldMkLst>
          <pc:docMk/>
          <pc:sldMk cId="0" sldId="257"/>
        </pc:sldMkLst>
        <pc:spChg chg="del mod">
          <ac:chgData name="Prajakta Bramhane" userId="58bad2f825b9eca3" providerId="LiveId" clId="{C3F0F56F-5A1F-4257-B7F4-8854B2A947BE}" dt="2026-07-06T12:36:00.541" v="939"/>
          <ac:spMkLst>
            <pc:docMk/>
            <pc:sldMk cId="0" sldId="257"/>
            <ac:spMk id="3" creationId="{B0B023FA-CFEB-ACE9-8425-7E72E307CDC5}"/>
          </ac:spMkLst>
        </pc:spChg>
        <pc:spChg chg="mod">
          <ac:chgData name="Prajakta Bramhane" userId="58bad2f825b9eca3" providerId="LiveId" clId="{C3F0F56F-5A1F-4257-B7F4-8854B2A947BE}" dt="2026-07-04T10:00:56.103" v="70" actId="20577"/>
          <ac:spMkLst>
            <pc:docMk/>
            <pc:sldMk cId="0" sldId="257"/>
            <ac:spMk id="4" creationId="{A828B9EF-C084-F5D4-CA27-75AF7D995640}"/>
          </ac:spMkLst>
        </pc:spChg>
        <pc:spChg chg="mod">
          <ac:chgData name="Prajakta Bramhane" userId="58bad2f825b9eca3" providerId="LiveId" clId="{C3F0F56F-5A1F-4257-B7F4-8854B2A947BE}" dt="2026-07-04T10:00:34.727" v="32"/>
          <ac:spMkLst>
            <pc:docMk/>
            <pc:sldMk cId="0" sldId="257"/>
            <ac:spMk id="7" creationId="{3D723CA3-EC2D-165A-F109-3759C4E9C8A4}"/>
          </ac:spMkLst>
        </pc:spChg>
        <pc:graphicFrameChg chg="modGraphic">
          <ac:chgData name="Prajakta Bramhane" userId="58bad2f825b9eca3" providerId="LiveId" clId="{C3F0F56F-5A1F-4257-B7F4-8854B2A947BE}" dt="2026-07-04T10:45:03.246" v="885" actId="255"/>
          <ac:graphicFrameMkLst>
            <pc:docMk/>
            <pc:sldMk cId="0" sldId="257"/>
            <ac:graphicFrameMk id="96" creationId="{00000000-0000-0000-0000-000000000000}"/>
          </ac:graphicFrameMkLst>
        </pc:graphicFrameChg>
        <pc:picChg chg="add mod">
          <ac:chgData name="Prajakta Bramhane" userId="58bad2f825b9eca3" providerId="LiveId" clId="{C3F0F56F-5A1F-4257-B7F4-8854B2A947BE}" dt="2026-07-04T10:52:05.605" v="936" actId="1076"/>
          <ac:picMkLst>
            <pc:docMk/>
            <pc:sldMk cId="0" sldId="257"/>
            <ac:picMk id="5" creationId="{CEA6F390-252A-8D9D-FA83-7E0422A08C0C}"/>
          </ac:picMkLst>
        </pc:picChg>
      </pc:sldChg>
      <pc:sldChg chg="addSp delSp modSp mod">
        <pc:chgData name="Prajakta Bramhane" userId="58bad2f825b9eca3" providerId="LiveId" clId="{C3F0F56F-5A1F-4257-B7F4-8854B2A947BE}" dt="2026-07-04T10:35:34.207" v="780" actId="1076"/>
        <pc:sldMkLst>
          <pc:docMk/>
          <pc:sldMk cId="0" sldId="262"/>
        </pc:sldMkLst>
        <pc:picChg chg="add mod">
          <ac:chgData name="Prajakta Bramhane" userId="58bad2f825b9eca3" providerId="LiveId" clId="{C3F0F56F-5A1F-4257-B7F4-8854B2A947BE}" dt="2026-07-04T10:35:34.207" v="780" actId="1076"/>
          <ac:picMkLst>
            <pc:docMk/>
            <pc:sldMk cId="0" sldId="262"/>
            <ac:picMk id="4" creationId="{8B8F022C-136D-0334-2E43-A76FB2C48F91}"/>
          </ac:picMkLst>
        </pc:picChg>
      </pc:sldChg>
      <pc:sldChg chg="modSp mod ord">
        <pc:chgData name="Prajakta Bramhane" userId="58bad2f825b9eca3" providerId="LiveId" clId="{C3F0F56F-5A1F-4257-B7F4-8854B2A947BE}" dt="2026-07-06T13:07:55.674" v="1096" actId="20577"/>
        <pc:sldMkLst>
          <pc:docMk/>
          <pc:sldMk cId="3764405840" sldId="278"/>
        </pc:sldMkLst>
        <pc:spChg chg="mod">
          <ac:chgData name="Prajakta Bramhane" userId="58bad2f825b9eca3" providerId="LiveId" clId="{C3F0F56F-5A1F-4257-B7F4-8854B2A947BE}" dt="2026-07-06T13:07:55.674" v="1096" actId="20577"/>
          <ac:spMkLst>
            <pc:docMk/>
            <pc:sldMk cId="3764405840" sldId="278"/>
            <ac:spMk id="2" creationId="{151FBD4A-3273-E454-091D-D5B0678FC299}"/>
          </ac:spMkLst>
        </pc:spChg>
        <pc:spChg chg="mod">
          <ac:chgData name="Prajakta Bramhane" userId="58bad2f825b9eca3" providerId="LiveId" clId="{C3F0F56F-5A1F-4257-B7F4-8854B2A947BE}" dt="2026-07-04T10:46:33.836" v="890" actId="1076"/>
          <ac:spMkLst>
            <pc:docMk/>
            <pc:sldMk cId="3764405840" sldId="278"/>
            <ac:spMk id="3" creationId="{4A7608B5-9906-EFCF-959A-E89FC2E3EE19}"/>
          </ac:spMkLst>
        </pc:spChg>
      </pc:sldChg>
      <pc:sldChg chg="addSp delSp modSp mod">
        <pc:chgData name="Prajakta Bramhane" userId="58bad2f825b9eca3" providerId="LiveId" clId="{C3F0F56F-5A1F-4257-B7F4-8854B2A947BE}" dt="2026-07-04T10:34:39.443" v="773" actId="18131"/>
        <pc:sldMkLst>
          <pc:docMk/>
          <pc:sldMk cId="2772501912" sldId="279"/>
        </pc:sldMkLst>
        <pc:picChg chg="add mod modCrop">
          <ac:chgData name="Prajakta Bramhane" userId="58bad2f825b9eca3" providerId="LiveId" clId="{C3F0F56F-5A1F-4257-B7F4-8854B2A947BE}" dt="2026-07-04T10:34:39.443" v="773" actId="18131"/>
          <ac:picMkLst>
            <pc:docMk/>
            <pc:sldMk cId="2772501912" sldId="279"/>
            <ac:picMk id="4" creationId="{4F82A2B9-BE0A-F08A-12D5-879F755BD4F2}"/>
          </ac:picMkLst>
        </pc:picChg>
      </pc:sldChg>
      <pc:sldChg chg="delSp modSp mod">
        <pc:chgData name="Prajakta Bramhane" userId="58bad2f825b9eca3" providerId="LiveId" clId="{C3F0F56F-5A1F-4257-B7F4-8854B2A947BE}" dt="2026-07-06T13:09:12.742" v="1105" actId="20577"/>
        <pc:sldMkLst>
          <pc:docMk/>
          <pc:sldMk cId="2136706720" sldId="280"/>
        </pc:sldMkLst>
        <pc:spChg chg="mod">
          <ac:chgData name="Prajakta Bramhane" userId="58bad2f825b9eca3" providerId="LiveId" clId="{C3F0F56F-5A1F-4257-B7F4-8854B2A947BE}" dt="2026-07-06T13:08:38.279" v="1097" actId="1076"/>
          <ac:spMkLst>
            <pc:docMk/>
            <pc:sldMk cId="2136706720" sldId="280"/>
            <ac:spMk id="278" creationId="{0668C6FD-577A-7288-5642-1AFC22BD04F2}"/>
          </ac:spMkLst>
        </pc:spChg>
        <pc:spChg chg="mod">
          <ac:chgData name="Prajakta Bramhane" userId="58bad2f825b9eca3" providerId="LiveId" clId="{C3F0F56F-5A1F-4257-B7F4-8854B2A947BE}" dt="2026-07-06T13:09:12.742" v="1105" actId="20577"/>
          <ac:spMkLst>
            <pc:docMk/>
            <pc:sldMk cId="2136706720" sldId="280"/>
            <ac:spMk id="279" creationId="{EAFA16CB-0A72-5AC5-69A0-ABF4A752B43F}"/>
          </ac:spMkLst>
        </pc:spChg>
      </pc:sldChg>
      <pc:sldChg chg="modSp mod ord">
        <pc:chgData name="Prajakta Bramhane" userId="58bad2f825b9eca3" providerId="LiveId" clId="{C3F0F56F-5A1F-4257-B7F4-8854B2A947BE}" dt="2026-07-04T10:46:12.562" v="888" actId="255"/>
        <pc:sldMkLst>
          <pc:docMk/>
          <pc:sldMk cId="2952584201" sldId="282"/>
        </pc:sldMkLst>
        <pc:spChg chg="mod">
          <ac:chgData name="Prajakta Bramhane" userId="58bad2f825b9eca3" providerId="LiveId" clId="{C3F0F56F-5A1F-4257-B7F4-8854B2A947BE}" dt="2026-07-04T10:46:12.562" v="888" actId="255"/>
          <ac:spMkLst>
            <pc:docMk/>
            <pc:sldMk cId="2952584201" sldId="282"/>
            <ac:spMk id="2" creationId="{C6F6745E-14BA-0766-CE1E-32E29663832D}"/>
          </ac:spMkLst>
        </pc:spChg>
        <pc:spChg chg="mod">
          <ac:chgData name="Prajakta Bramhane" userId="58bad2f825b9eca3" providerId="LiveId" clId="{C3F0F56F-5A1F-4257-B7F4-8854B2A947BE}" dt="2026-07-04T10:45:55.779" v="887" actId="255"/>
          <ac:spMkLst>
            <pc:docMk/>
            <pc:sldMk cId="2952584201" sldId="282"/>
            <ac:spMk id="3" creationId="{3847FA31-EA47-D27A-9D69-AF50A3080AEC}"/>
          </ac:spMkLst>
        </pc:spChg>
      </pc:sldChg>
      <pc:sldChg chg="modSp mod">
        <pc:chgData name="Prajakta Bramhane" userId="58bad2f825b9eca3" providerId="LiveId" clId="{C3F0F56F-5A1F-4257-B7F4-8854B2A947BE}" dt="2026-07-04T10:15:11.279" v="532" actId="5793"/>
        <pc:sldMkLst>
          <pc:docMk/>
          <pc:sldMk cId="2290294991" sldId="285"/>
        </pc:sldMkLst>
        <pc:spChg chg="mod">
          <ac:chgData name="Prajakta Bramhane" userId="58bad2f825b9eca3" providerId="LiveId" clId="{C3F0F56F-5A1F-4257-B7F4-8854B2A947BE}" dt="2026-07-04T10:15:11.279" v="532" actId="5793"/>
          <ac:spMkLst>
            <pc:docMk/>
            <pc:sldMk cId="2290294991" sldId="285"/>
            <ac:spMk id="2" creationId="{4A1BF701-ABCA-4DF0-8330-B6AF71EF8E39}"/>
          </ac:spMkLst>
        </pc:spChg>
      </pc:sldChg>
      <pc:sldChg chg="modSp mod">
        <pc:chgData name="Prajakta Bramhane" userId="58bad2f825b9eca3" providerId="LiveId" clId="{C3F0F56F-5A1F-4257-B7F4-8854B2A947BE}" dt="2026-07-06T13:07:38.544" v="1095" actId="20577"/>
        <pc:sldMkLst>
          <pc:docMk/>
          <pc:sldMk cId="917964102" sldId="286"/>
        </pc:sldMkLst>
        <pc:spChg chg="mod">
          <ac:chgData name="Prajakta Bramhane" userId="58bad2f825b9eca3" providerId="LiveId" clId="{C3F0F56F-5A1F-4257-B7F4-8854B2A947BE}" dt="2026-07-06T13:07:38.544" v="1095" actId="20577"/>
          <ac:spMkLst>
            <pc:docMk/>
            <pc:sldMk cId="917964102" sldId="286"/>
            <ac:spMk id="2" creationId="{6FA184BA-BCF2-3D7B-30D0-0F3CF30C161B}"/>
          </ac:spMkLst>
        </pc:spChg>
        <pc:spChg chg="mod">
          <ac:chgData name="Prajakta Bramhane" userId="58bad2f825b9eca3" providerId="LiveId" clId="{C3F0F56F-5A1F-4257-B7F4-8854B2A947BE}" dt="2026-07-04T10:46:57.092" v="892" actId="1076"/>
          <ac:spMkLst>
            <pc:docMk/>
            <pc:sldMk cId="917964102" sldId="286"/>
            <ac:spMk id="3" creationId="{ED65F54F-855A-0DB6-09A6-3212C5F7405B}"/>
          </ac:spMkLst>
        </pc:spChg>
      </pc:sldChg>
      <pc:sldChg chg="addSp delSp modSp mod">
        <pc:chgData name="Prajakta Bramhane" userId="58bad2f825b9eca3" providerId="LiveId" clId="{C3F0F56F-5A1F-4257-B7F4-8854B2A947BE}" dt="2026-07-06T13:38:11.409" v="1120" actId="478"/>
        <pc:sldMkLst>
          <pc:docMk/>
          <pc:sldMk cId="2605851928" sldId="287"/>
        </pc:sldMkLst>
        <pc:spChg chg="mod">
          <ac:chgData name="Prajakta Bramhane" userId="58bad2f825b9eca3" providerId="LiveId" clId="{C3F0F56F-5A1F-4257-B7F4-8854B2A947BE}" dt="2026-07-06T13:07:30.802" v="1094" actId="20577"/>
          <ac:spMkLst>
            <pc:docMk/>
            <pc:sldMk cId="2605851928" sldId="287"/>
            <ac:spMk id="278" creationId="{187EEB9C-2E84-113A-3CE6-1507BF5B039F}"/>
          </ac:spMkLst>
        </pc:spChg>
        <pc:spChg chg="mod">
          <ac:chgData name="Prajakta Bramhane" userId="58bad2f825b9eca3" providerId="LiveId" clId="{C3F0F56F-5A1F-4257-B7F4-8854B2A947BE}" dt="2026-07-06T13:25:16.019" v="1107" actId="20577"/>
          <ac:spMkLst>
            <pc:docMk/>
            <pc:sldMk cId="2605851928" sldId="287"/>
            <ac:spMk id="279" creationId="{3711AF54-94A6-B837-31EF-9A8C4ECB9AF6}"/>
          </ac:spMkLst>
        </pc:spChg>
        <pc:spChg chg="add del mod">
          <ac:chgData name="Prajakta Bramhane" userId="58bad2f825b9eca3" providerId="LiveId" clId="{C3F0F56F-5A1F-4257-B7F4-8854B2A947BE}" dt="2026-07-06T13:38:06.426" v="1118" actId="6549"/>
          <ac:spMkLst>
            <pc:docMk/>
            <pc:sldMk cId="2605851928" sldId="287"/>
            <ac:spMk id="280" creationId="{E228982D-BF81-530A-CBA1-E897A3CA8EF7}"/>
          </ac:spMkLst>
        </pc:spChg>
        <pc:spChg chg="add del mod">
          <ac:chgData name="Prajakta Bramhane" userId="58bad2f825b9eca3" providerId="LiveId" clId="{C3F0F56F-5A1F-4257-B7F4-8854B2A947BE}" dt="2026-07-06T13:38:09.117" v="1119" actId="478"/>
          <ac:spMkLst>
            <pc:docMk/>
            <pc:sldMk cId="2605851928" sldId="287"/>
            <ac:spMk id="281" creationId="{7BC356B8-92F8-3187-D065-667AACF68E72}"/>
          </ac:spMkLst>
        </pc:spChg>
        <pc:spChg chg="add del">
          <ac:chgData name="Prajakta Bramhane" userId="58bad2f825b9eca3" providerId="LiveId" clId="{C3F0F56F-5A1F-4257-B7F4-8854B2A947BE}" dt="2026-07-06T13:38:11.409" v="1120" actId="478"/>
          <ac:spMkLst>
            <pc:docMk/>
            <pc:sldMk cId="2605851928" sldId="287"/>
            <ac:spMk id="282" creationId="{1558A011-60D6-B010-6117-1B9F7C786B2B}"/>
          </ac:spMkLst>
        </pc:spChg>
      </pc:sldChg>
      <pc:sldChg chg="addSp delSp modSp mod">
        <pc:chgData name="Prajakta Bramhane" userId="58bad2f825b9eca3" providerId="LiveId" clId="{C3F0F56F-5A1F-4257-B7F4-8854B2A947BE}" dt="2026-07-04T10:48:53.355" v="917" actId="1076"/>
        <pc:sldMkLst>
          <pc:docMk/>
          <pc:sldMk cId="1229047658" sldId="288"/>
        </pc:sldMkLst>
        <pc:picChg chg="add mod">
          <ac:chgData name="Prajakta Bramhane" userId="58bad2f825b9eca3" providerId="LiveId" clId="{C3F0F56F-5A1F-4257-B7F4-8854B2A947BE}" dt="2026-07-04T10:48:53.355" v="917" actId="1076"/>
          <ac:picMkLst>
            <pc:docMk/>
            <pc:sldMk cId="1229047658" sldId="288"/>
            <ac:picMk id="8" creationId="{20A8B6BE-C1A7-29C3-1713-1BCBA2A5FA71}"/>
          </ac:picMkLst>
        </pc:picChg>
      </pc:sldChg>
      <pc:sldChg chg="addSp delSp modSp mod">
        <pc:chgData name="Prajakta Bramhane" userId="58bad2f825b9eca3" providerId="LiveId" clId="{C3F0F56F-5A1F-4257-B7F4-8854B2A947BE}" dt="2026-07-04T10:49:43.494" v="927" actId="14100"/>
        <pc:sldMkLst>
          <pc:docMk/>
          <pc:sldMk cId="2506610743" sldId="289"/>
        </pc:sldMkLst>
        <pc:picChg chg="add mod">
          <ac:chgData name="Prajakta Bramhane" userId="58bad2f825b9eca3" providerId="LiveId" clId="{C3F0F56F-5A1F-4257-B7F4-8854B2A947BE}" dt="2026-07-04T10:49:43.494" v="927" actId="14100"/>
          <ac:picMkLst>
            <pc:docMk/>
            <pc:sldMk cId="2506610743" sldId="289"/>
            <ac:picMk id="3" creationId="{D2DC1790-5032-28E2-A99F-AAE1D405134C}"/>
          </ac:picMkLst>
        </pc:picChg>
      </pc:sldChg>
      <pc:sldChg chg="addSp delSp modSp mod">
        <pc:chgData name="Prajakta Bramhane" userId="58bad2f825b9eca3" providerId="LiveId" clId="{C3F0F56F-5A1F-4257-B7F4-8854B2A947BE}" dt="2026-07-04T10:37:21.729" v="798" actId="14100"/>
        <pc:sldMkLst>
          <pc:docMk/>
          <pc:sldMk cId="3866656692" sldId="290"/>
        </pc:sldMkLst>
        <pc:picChg chg="add mod">
          <ac:chgData name="Prajakta Bramhane" userId="58bad2f825b9eca3" providerId="LiveId" clId="{C3F0F56F-5A1F-4257-B7F4-8854B2A947BE}" dt="2026-07-04T10:36:26.088" v="791" actId="1076"/>
          <ac:picMkLst>
            <pc:docMk/>
            <pc:sldMk cId="3866656692" sldId="290"/>
            <ac:picMk id="4" creationId="{2CF1032F-F0C0-7115-298D-1DB02D6FC382}"/>
          </ac:picMkLst>
        </pc:picChg>
        <pc:picChg chg="add mod">
          <ac:chgData name="Prajakta Bramhane" userId="58bad2f825b9eca3" providerId="LiveId" clId="{C3F0F56F-5A1F-4257-B7F4-8854B2A947BE}" dt="2026-07-04T10:37:21.729" v="798" actId="14100"/>
          <ac:picMkLst>
            <pc:docMk/>
            <pc:sldMk cId="3866656692" sldId="290"/>
            <ac:picMk id="6" creationId="{9BF98F32-E310-C260-B65F-7D50379AFE97}"/>
          </ac:picMkLst>
        </pc:picChg>
      </pc:sldChg>
      <pc:sldChg chg="addSp delSp modSp mod ord">
        <pc:chgData name="Prajakta Bramhane" userId="58bad2f825b9eca3" providerId="LiveId" clId="{C3F0F56F-5A1F-4257-B7F4-8854B2A947BE}" dt="2026-07-04T10:38:15.039" v="807" actId="14100"/>
        <pc:sldMkLst>
          <pc:docMk/>
          <pc:sldMk cId="3021295847" sldId="291"/>
        </pc:sldMkLst>
        <pc:picChg chg="add mod">
          <ac:chgData name="Prajakta Bramhane" userId="58bad2f825b9eca3" providerId="LiveId" clId="{C3F0F56F-5A1F-4257-B7F4-8854B2A947BE}" dt="2026-07-04T10:38:15.039" v="807" actId="14100"/>
          <ac:picMkLst>
            <pc:docMk/>
            <pc:sldMk cId="3021295847" sldId="291"/>
            <ac:picMk id="3" creationId="{A76D59F8-0A83-D6FB-005A-363887379383}"/>
          </ac:picMkLst>
        </pc:picChg>
      </pc:sldChg>
      <pc:sldChg chg="addSp delSp modSp new mod modClrScheme chgLayout">
        <pc:chgData name="Prajakta Bramhane" userId="58bad2f825b9eca3" providerId="LiveId" clId="{C3F0F56F-5A1F-4257-B7F4-8854B2A947BE}" dt="2026-07-04T10:17:59.032" v="751" actId="1076"/>
        <pc:sldMkLst>
          <pc:docMk/>
          <pc:sldMk cId="1685294320" sldId="292"/>
        </pc:sldMkLst>
        <pc:spChg chg="add mod ord">
          <ac:chgData name="Prajakta Bramhane" userId="58bad2f825b9eca3" providerId="LiveId" clId="{C3F0F56F-5A1F-4257-B7F4-8854B2A947BE}" dt="2026-07-04T10:17:36.004" v="749" actId="20577"/>
          <ac:spMkLst>
            <pc:docMk/>
            <pc:sldMk cId="1685294320" sldId="292"/>
            <ac:spMk id="4" creationId="{38D5CA1A-9215-62BC-D110-E512288522B0}"/>
          </ac:spMkLst>
        </pc:spChg>
        <pc:graphicFrameChg chg="add mod modGraphic">
          <ac:chgData name="Prajakta Bramhane" userId="58bad2f825b9eca3" providerId="LiveId" clId="{C3F0F56F-5A1F-4257-B7F4-8854B2A947BE}" dt="2026-07-04T10:17:59.032" v="751" actId="1076"/>
          <ac:graphicFrameMkLst>
            <pc:docMk/>
            <pc:sldMk cId="1685294320" sldId="292"/>
            <ac:graphicFrameMk id="5" creationId="{CEAC1D07-EC63-8DB5-C333-2D120C4FEFA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J-u/crop-reccomdation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Machine Learning with IBM Cloud”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3212297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PRAJAKA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BRAMHANE</a:t>
                      </a:r>
                      <a:endParaRPr sz="20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bramaneprajakta9@gmail.com</a:t>
                      </a:r>
                      <a:endParaRPr sz="18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8855870402</a:t>
                      </a:r>
                      <a:endParaRPr sz="20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Agriculture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</a:t>
            </a:r>
            <a:r>
              <a:rPr lang="en-IN" sz="2400" dirty="0"/>
              <a:t>AI-Driven Precision Crop Recommendation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6F390-252A-8D9D-FA83-7E0422A08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047" y="3595340"/>
            <a:ext cx="794657" cy="1029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41494" y="1274564"/>
            <a:ext cx="11357834" cy="43088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j-lt"/>
              </a:rPr>
              <a:t>Traditional Agricultural Challenges:</a:t>
            </a:r>
            <a:r>
              <a:rPr lang="en-IN" sz="2000" dirty="0">
                <a:latin typeface="+mj-lt"/>
              </a:rPr>
              <a:t> Traditional crop selection relies heavily on historical habits or broad-regional manual soil tests with long reporting backlogs. This leaves farmers highly vulnerable to localized climate fluctuations and rapid soil degradation.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j-lt"/>
              </a:rPr>
              <a:t>The Inefficiency Risk:</a:t>
            </a:r>
            <a:r>
              <a:rPr lang="en-IN" sz="2000" dirty="0">
                <a:latin typeface="+mj-lt"/>
              </a:rPr>
              <a:t> High variance in accuracy, slow turnaround times, and vulnerability to sudden weather changes can lead to localized crop failures, poor yields, and severe financial risk.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j-lt"/>
              </a:rPr>
              <a:t>The Solution Goal:</a:t>
            </a:r>
            <a:r>
              <a:rPr lang="en-IN" sz="2000" dirty="0">
                <a:latin typeface="+mj-lt"/>
              </a:rPr>
              <a:t> Design, build, and evaluate an automated multi-class classification pipeline that utilizes localized environmental parameters to quickly and accurately recommend the optimal crop, maximizing regional yield potentials while preserving resources. </a:t>
            </a:r>
          </a:p>
          <a:p>
            <a:pPr fontAlgn="base">
              <a:lnSpc>
                <a:spcPct val="150000"/>
              </a:lnSpc>
            </a:pPr>
            <a:endParaRPr lang="en-US" sz="2000" dirty="0">
              <a:latin typeface="+mj-lt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1954" y="401529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23880" y="674734"/>
            <a:ext cx="11131336" cy="51136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 b="1" dirty="0"/>
              <a:t> 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IBM Cloud &amp; watsonx.ai Studio:</a:t>
            </a:r>
            <a:r>
              <a:rPr lang="en-IN" sz="2000" dirty="0"/>
              <a:t> Provides the scalable, secure cloud infrastructure to build, automatically optimize, deploy, and scale the predictive model endpoints using </a:t>
            </a:r>
            <a:r>
              <a:rPr lang="en-IN" sz="2000" dirty="0" err="1"/>
              <a:t>AutoAI</a:t>
            </a:r>
            <a:r>
              <a:rPr lang="en-IN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Machine Learning Model:</a:t>
            </a:r>
            <a:r>
              <a:rPr lang="en-IN" sz="2000" dirty="0"/>
              <a:t> Optimized </a:t>
            </a:r>
            <a:r>
              <a:rPr lang="en-IN" sz="2000" dirty="0" err="1"/>
              <a:t>LightGBM</a:t>
            </a:r>
            <a:r>
              <a:rPr lang="en-IN" sz="2000" dirty="0"/>
              <a:t> Classifier Ensemble.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System Performance:</a:t>
            </a:r>
            <a:r>
              <a:rPr lang="en-IN" sz="2000" dirty="0"/>
              <a:t> Achieved a top </a:t>
            </a:r>
            <a:r>
              <a:rPr lang="en-IN" sz="2000" b="1" dirty="0"/>
              <a:t>Accuracy of 99.1%</a:t>
            </a:r>
            <a:r>
              <a:rPr lang="en-IN" sz="2000" dirty="0"/>
              <a:t> via automated hyperparameter tuning.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Enhancements &amp; Pipeline Tuning:</a:t>
            </a:r>
            <a:r>
              <a:rPr lang="en-IN" sz="2000" dirty="0"/>
              <a:t> </a:t>
            </a:r>
            <a:r>
              <a:rPr lang="en-IN" sz="2000" dirty="0" err="1"/>
              <a:t>AutoAI</a:t>
            </a:r>
            <a:r>
              <a:rPr lang="en-IN" sz="2000" dirty="0"/>
              <a:t>-driven automated data preprocessing, feature engineering (FE), algorithm selection, and hyperparameter optimization (HPO-1).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User Interface:</a:t>
            </a:r>
            <a:r>
              <a:rPr lang="en-IN" sz="2000" dirty="0"/>
              <a:t> Delivered via a responsive, client-facing application. </a:t>
            </a:r>
          </a:p>
          <a:p>
            <a:pPr>
              <a:lnSpc>
                <a:spcPct val="150000"/>
              </a:lnSpc>
            </a:pPr>
            <a:br>
              <a:rPr lang="en-US" sz="2000" dirty="0"/>
            </a:b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158538" y="20304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Used: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1071154" y="836893"/>
            <a:ext cx="10515600" cy="4862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800" dirty="0"/>
          </a:p>
          <a:p>
            <a:endParaRPr lang="en-IN" sz="18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IBM Cloud &amp; watsonx.ai Studio:</a:t>
            </a:r>
            <a:r>
              <a:rPr lang="en-IN" sz="2000" dirty="0">
                <a:latin typeface="+mn-lt"/>
              </a:rPr>
              <a:t> Provides the scalable, secure cloud infrastructure to build, automatically optimize, deploy, and scale the predictive model endpoints using </a:t>
            </a:r>
            <a:r>
              <a:rPr lang="en-IN" sz="2000" dirty="0" err="1">
                <a:latin typeface="+mn-lt"/>
              </a:rPr>
              <a:t>AutoAI</a:t>
            </a:r>
            <a:r>
              <a:rPr lang="en-IN" sz="2000" dirty="0">
                <a:latin typeface="+mn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Machine Learning Model:</a:t>
            </a:r>
            <a:r>
              <a:rPr lang="en-IN" sz="2000" dirty="0">
                <a:latin typeface="+mn-lt"/>
              </a:rPr>
              <a:t> Optimized </a:t>
            </a:r>
            <a:r>
              <a:rPr lang="en-IN" sz="2000" dirty="0" err="1">
                <a:latin typeface="+mn-lt"/>
              </a:rPr>
              <a:t>LightGBM</a:t>
            </a:r>
            <a:r>
              <a:rPr lang="en-IN" sz="2000" dirty="0">
                <a:latin typeface="+mn-lt"/>
              </a:rPr>
              <a:t> Classifier Ensemble.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System Performance:</a:t>
            </a:r>
            <a:r>
              <a:rPr lang="en-IN" sz="2000" dirty="0">
                <a:latin typeface="+mn-lt"/>
              </a:rPr>
              <a:t> Achieved a top </a:t>
            </a:r>
            <a:r>
              <a:rPr lang="en-IN" sz="2000" b="1" dirty="0">
                <a:latin typeface="+mn-lt"/>
              </a:rPr>
              <a:t>Accuracy of 99.1%</a:t>
            </a:r>
            <a:r>
              <a:rPr lang="en-IN" sz="2000" dirty="0">
                <a:latin typeface="+mn-lt"/>
              </a:rPr>
              <a:t> via automated hyperparameter tuning.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Enhancements &amp; Pipeline Tuning: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err="1">
                <a:latin typeface="+mn-lt"/>
              </a:rPr>
              <a:t>AutoAI</a:t>
            </a:r>
            <a:r>
              <a:rPr lang="en-IN" sz="2000" dirty="0">
                <a:latin typeface="+mn-lt"/>
              </a:rPr>
              <a:t>-driven automated data preprocessing, feature engineering (FE), algorithm selection, and hyperparameter optimization (HPO-1).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User Interface:</a:t>
            </a:r>
            <a:r>
              <a:rPr lang="en-IN" sz="2000" dirty="0">
                <a:latin typeface="+mn-lt"/>
              </a:rPr>
              <a:t> Delivered via a responsive, client-facing application</a:t>
            </a:r>
            <a:r>
              <a:rPr lang="en-IN" sz="2000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D5CA1A-9215-62BC-D110-E5122885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39778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latin typeface="Google Sans Text"/>
              </a:rPr>
              <a:t>Dataset &amp; Structural Framework -</a:t>
            </a:r>
            <a:br>
              <a:rPr lang="en-IN" sz="2800" dirty="0">
                <a:latin typeface="Google Sans Text"/>
              </a:rPr>
            </a:br>
            <a:br>
              <a:rPr lang="en-IN" sz="2800" dirty="0">
                <a:latin typeface="Google Sans Text"/>
              </a:rPr>
            </a:br>
            <a:r>
              <a:rPr lang="en-IN" sz="2800" dirty="0">
                <a:latin typeface="Google Sans Text"/>
              </a:rPr>
              <a:t> </a:t>
            </a:r>
            <a:r>
              <a:rPr lang="en-IN" sz="2400" b="1" dirty="0">
                <a:latin typeface="Google Sans Text"/>
              </a:rPr>
              <a:t>Reference Dataset:</a:t>
            </a:r>
            <a:r>
              <a:rPr lang="en-IN" sz="2400" dirty="0">
                <a:latin typeface="Google Sans Text"/>
              </a:rPr>
              <a:t> Crop_recommendation.csv</a:t>
            </a:r>
            <a:br>
              <a:rPr lang="en-IN" sz="2400" dirty="0">
                <a:latin typeface="Google Sans Text"/>
              </a:rPr>
            </a:br>
            <a:br>
              <a:rPr lang="en-IN" sz="2400" dirty="0">
                <a:latin typeface="Google Sans Text"/>
              </a:rPr>
            </a:br>
            <a:r>
              <a:rPr lang="en-IN" sz="2400" dirty="0">
                <a:latin typeface="Google Sans Text"/>
              </a:rPr>
              <a:t> </a:t>
            </a:r>
            <a:r>
              <a:rPr lang="en-IN" sz="2400" b="1" dirty="0">
                <a:latin typeface="Google Sans Text"/>
              </a:rPr>
              <a:t>System Input Parameters:</a:t>
            </a:r>
            <a:endParaRPr lang="en-IN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AC1D07-EC63-8DB5-C333-2D120C4FE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929003"/>
              </p:ext>
            </p:extLst>
          </p:nvPr>
        </p:nvGraphicFramePr>
        <p:xfrm>
          <a:off x="838200" y="2081780"/>
          <a:ext cx="10515600" cy="4470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80232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43562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89858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8947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Metric Name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Type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Description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Agronomic Relevance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296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N (Nitrogen)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Numerical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Google Sans Text"/>
                        </a:rPr>
                        <a:t>Ratio of Nitrogen content in soil (mg/kg)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Encourages robust leaf and vegetative development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21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 dirty="0">
                          <a:effectLst/>
                          <a:latin typeface="Google Sans Text"/>
                        </a:rPr>
                        <a:t>P (Phosphorus)</a:t>
                      </a:r>
                      <a:endParaRPr lang="en-IN" sz="16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Numerical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Google Sans Text"/>
                        </a:rPr>
                        <a:t>Ratio of Phosphorus content in soil (mg/kg)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Improves root development and seed creation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49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K (Potassium)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Numerical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Google Sans Text"/>
                        </a:rPr>
                        <a:t>Ratio of Potassium content in soil (mg/kg)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Controls water retention and disease resistance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538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temperature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Float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Google Sans Text"/>
                        </a:rPr>
                        <a:t>Environmental temperature (°C)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Controls photosynthetic rates and crop metabolism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806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 dirty="0">
                          <a:effectLst/>
                          <a:latin typeface="Google Sans Text"/>
                        </a:rPr>
                        <a:t>humidity</a:t>
                      </a:r>
                      <a:endParaRPr lang="en-IN" sz="16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Float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Relative humidity (%)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Governs transpiration and moisture balance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575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ph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Float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pH value of localized target soil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Dictates nutrient solubility and root absorption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47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b="1">
                          <a:effectLst/>
                          <a:latin typeface="Google Sans Text"/>
                        </a:rPr>
                        <a:t>rainfall</a:t>
                      </a:r>
                      <a:endParaRPr lang="en-IN" sz="16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Float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>
                          <a:effectLst/>
                          <a:latin typeface="Google Sans Text"/>
                        </a:rPr>
                        <a:t>Total volume of precipitation (mm)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Google Sans Text"/>
                        </a:rPr>
                        <a:t>Primary source of hydration for crop growth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358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29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Training Screenshots-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2A2B9-BE0A-F08A-12D5-879F755BD4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93"/>
          <a:stretch>
            <a:fillRect/>
          </a:stretch>
        </p:blipFill>
        <p:spPr>
          <a:xfrm>
            <a:off x="1654630" y="1068054"/>
            <a:ext cx="9307284" cy="490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D59F8-0A83-D6FB-005A-363887379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685800"/>
            <a:ext cx="9916885" cy="5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Best Model Screenshot: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F022C-136D-0334-2E43-A76FB2C4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086" y="979715"/>
            <a:ext cx="9731828" cy="5304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Testing Screenshot: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1032F-F0C0-7115-298D-1DB02D6FC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90" y="1371600"/>
            <a:ext cx="8835011" cy="4713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F98F32-E310-C260-B65F-7D50379A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509" y="1371600"/>
            <a:ext cx="2832834" cy="471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Uniqueness: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1027612" y="1511808"/>
            <a:ext cx="10769628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End-to-End Automation:</a:t>
            </a:r>
            <a:r>
              <a:rPr lang="en-IN" sz="2000" dirty="0"/>
              <a:t> Automates precision crop identification, removing manual verification backlogs and human guessing from the workflow.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No-Code Machine Learning Pipeline:</a:t>
            </a:r>
            <a:r>
              <a:rPr lang="en-IN" sz="2000" dirty="0"/>
              <a:t> Leverages IBM watsonx.ai </a:t>
            </a:r>
            <a:r>
              <a:rPr lang="en-IN" sz="2000" dirty="0" err="1"/>
              <a:t>AutoAI</a:t>
            </a:r>
            <a:r>
              <a:rPr lang="en-IN" sz="2000" dirty="0"/>
              <a:t> to automatically uncover the best classification model (</a:t>
            </a:r>
            <a:r>
              <a:rPr lang="en-IN" sz="2000" dirty="0" err="1"/>
              <a:t>LightGBM</a:t>
            </a:r>
            <a:r>
              <a:rPr lang="en-IN" sz="2000" dirty="0"/>
              <a:t>) without extensive manual coding.</a:t>
            </a:r>
          </a:p>
          <a:p>
            <a:r>
              <a:rPr lang="en-IN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Intelligent Platform Consolidation:</a:t>
            </a:r>
            <a:r>
              <a:rPr lang="en-IN" sz="2000" dirty="0"/>
              <a:t> Multi-class classification processes 7 independent environmental parameters through a single intelligent layer to cleanly map to discrete target crop categories. 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Unbiased Engineering:</a:t>
            </a:r>
            <a:r>
              <a:rPr lang="en-IN" sz="2000" dirty="0"/>
              <a:t> Automated feature engineering extracts hidden soil-climate patterns, ensuring consistent, data-backed farming decisions. 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29134" y="118472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Link: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29134" y="1987763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3600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https://github.com/PRAJ-u/crop-reccomdation.git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088095" y="692872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Scope: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758696" y="170068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1. IoT Integrations:</a:t>
            </a:r>
            <a:r>
              <a:rPr lang="en-IN" sz="2000" dirty="0"/>
              <a:t> Integrate live automated telemetry sensors directly into farm soil beds to stream soil parameters dynamically. </a:t>
            </a:r>
          </a:p>
          <a:p>
            <a:pPr marL="457200" indent="-457200">
              <a:buAutoNum type="arabicPeriod"/>
            </a:pPr>
            <a:endParaRPr lang="en-IN" sz="2000" dirty="0"/>
          </a:p>
          <a:p>
            <a:r>
              <a:rPr lang="en-IN" sz="2000" b="1" dirty="0"/>
              <a:t>2. Dynamic APIs:</a:t>
            </a:r>
            <a:r>
              <a:rPr lang="en-IN" sz="2000" dirty="0"/>
              <a:t> Incorporate real-time local weather forecasting and GPS-tracked precipitation APIs directly into the pipeline. </a:t>
            </a:r>
          </a:p>
          <a:p>
            <a:endParaRPr lang="en-IN" sz="2000" dirty="0"/>
          </a:p>
          <a:p>
            <a:r>
              <a:rPr lang="en-IN" sz="2000" b="1" dirty="0"/>
              <a:t>3. Global Scaling:</a:t>
            </a:r>
            <a:r>
              <a:rPr lang="en-IN" sz="2000" dirty="0"/>
              <a:t> Expand historical datasets to include localized tropical, arid, and specialty crops to scale the system nationwide and globally. </a:t>
            </a:r>
          </a:p>
          <a:p>
            <a:endParaRPr lang="en-IN" sz="2000" dirty="0"/>
          </a:p>
          <a:p>
            <a:r>
              <a:rPr lang="en-IN" sz="2000" b="1" dirty="0"/>
              <a:t>4. Mobile Deployment:</a:t>
            </a:r>
            <a:r>
              <a:rPr lang="en-IN" sz="2000" dirty="0"/>
              <a:t> Expose native iOS/Android client apps supporting localized regional languages to break technology barriers for growers. </a:t>
            </a:r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2000" b="1" dirty="0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A8B6BE-C1A7-29C3-1713-1BCBA2A5F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85" y="884488"/>
            <a:ext cx="8665029" cy="552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C1790-5032-28E2-A99F-AAE1D4051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" y="1045029"/>
            <a:ext cx="9753599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715</Words>
  <Application>Microsoft Office PowerPoint</Application>
  <PresentationFormat>Widescreen</PresentationFormat>
  <Paragraphs>100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Google Sans Text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Dataset &amp; Structural Framework -   Reference Dataset: Crop_recommendation.csv   System Input Parameters: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Prajakta Bramhane</cp:lastModifiedBy>
  <cp:revision>1</cp:revision>
  <dcterms:created xsi:type="dcterms:W3CDTF">2025-07-08T05:06:56Z</dcterms:created>
  <dcterms:modified xsi:type="dcterms:W3CDTF">2026-07-06T13:40:52Z</dcterms:modified>
</cp:coreProperties>
</file>